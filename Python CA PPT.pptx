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4"/>
    <p:sldMasterId id="2147483798" r:id="rId5"/>
  </p:sldMasterIdLst>
  <p:sldIdLst>
    <p:sldId id="259" r:id="rId6"/>
    <p:sldId id="261" r:id="rId7"/>
    <p:sldId id="257" r:id="rId8"/>
    <p:sldId id="260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A6551-26CB-403D-9483-8CD5A6AAB59A}" v="1" dt="2020-04-16T15:49:20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C3AC31-EE80-40EF-AB43-0C96F7DED833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C6B3DDD-83EF-413B-9FDC-4E2E8CE02E9C}">
      <dgm:prSet/>
      <dgm:spPr/>
      <dgm:t>
        <a:bodyPr/>
        <a:lstStyle/>
        <a:p>
          <a:r>
            <a:rPr lang="en-US"/>
            <a:t>Flask (python)</a:t>
          </a:r>
        </a:p>
      </dgm:t>
    </dgm:pt>
    <dgm:pt modelId="{834A79AA-3E7A-468A-8B62-351F5F007380}" type="parTrans" cxnId="{5EBF6690-E950-43F8-B21D-C3A382D89568}">
      <dgm:prSet/>
      <dgm:spPr/>
      <dgm:t>
        <a:bodyPr/>
        <a:lstStyle/>
        <a:p>
          <a:endParaRPr lang="en-US"/>
        </a:p>
      </dgm:t>
    </dgm:pt>
    <dgm:pt modelId="{A550C824-9E1B-4DE4-94FF-28E03895C14B}" type="sibTrans" cxnId="{5EBF6690-E950-43F8-B21D-C3A382D89568}">
      <dgm:prSet/>
      <dgm:spPr/>
      <dgm:t>
        <a:bodyPr/>
        <a:lstStyle/>
        <a:p>
          <a:endParaRPr lang="en-US"/>
        </a:p>
      </dgm:t>
    </dgm:pt>
    <dgm:pt modelId="{523EBBBE-275F-438A-8DFB-ED597F9B35A0}">
      <dgm:prSet/>
      <dgm:spPr/>
      <dgm:t>
        <a:bodyPr/>
        <a:lstStyle/>
        <a:p>
          <a:r>
            <a:rPr lang="en-US"/>
            <a:t>MySql</a:t>
          </a:r>
        </a:p>
      </dgm:t>
    </dgm:pt>
    <dgm:pt modelId="{C995F7F3-E51F-4D61-8FBD-462AF94AD242}" type="parTrans" cxnId="{03ED7B10-5CF1-4126-B893-690BF7E4CDA6}">
      <dgm:prSet/>
      <dgm:spPr/>
      <dgm:t>
        <a:bodyPr/>
        <a:lstStyle/>
        <a:p>
          <a:endParaRPr lang="en-US"/>
        </a:p>
      </dgm:t>
    </dgm:pt>
    <dgm:pt modelId="{70F7D6E6-A7B6-42A8-8EC9-9F091AFAD3AB}" type="sibTrans" cxnId="{03ED7B10-5CF1-4126-B893-690BF7E4CDA6}">
      <dgm:prSet/>
      <dgm:spPr/>
      <dgm:t>
        <a:bodyPr/>
        <a:lstStyle/>
        <a:p>
          <a:endParaRPr lang="en-US"/>
        </a:p>
      </dgm:t>
    </dgm:pt>
    <dgm:pt modelId="{F21889A3-132F-4CCE-9E4D-3A815B90167F}">
      <dgm:prSet/>
      <dgm:spPr/>
      <dgm:t>
        <a:bodyPr/>
        <a:lstStyle/>
        <a:p>
          <a:r>
            <a:rPr lang="en-US"/>
            <a:t>HTML</a:t>
          </a:r>
        </a:p>
      </dgm:t>
    </dgm:pt>
    <dgm:pt modelId="{DEAFB108-3704-4A69-B47B-F52629AD443E}" type="parTrans" cxnId="{A1C533C8-9A38-4A63-8F03-B0EE9A4A8119}">
      <dgm:prSet/>
      <dgm:spPr/>
      <dgm:t>
        <a:bodyPr/>
        <a:lstStyle/>
        <a:p>
          <a:endParaRPr lang="en-US"/>
        </a:p>
      </dgm:t>
    </dgm:pt>
    <dgm:pt modelId="{6D7B937F-6CF0-4ADC-B2E0-EC5E68F5C422}" type="sibTrans" cxnId="{A1C533C8-9A38-4A63-8F03-B0EE9A4A8119}">
      <dgm:prSet/>
      <dgm:spPr/>
      <dgm:t>
        <a:bodyPr/>
        <a:lstStyle/>
        <a:p>
          <a:endParaRPr lang="en-US"/>
        </a:p>
      </dgm:t>
    </dgm:pt>
    <dgm:pt modelId="{E65705FC-5C01-4211-A41D-DA980367B512}">
      <dgm:prSet/>
      <dgm:spPr/>
      <dgm:t>
        <a:bodyPr/>
        <a:lstStyle/>
        <a:p>
          <a:r>
            <a:rPr lang="en-US"/>
            <a:t>CSS</a:t>
          </a:r>
        </a:p>
      </dgm:t>
    </dgm:pt>
    <dgm:pt modelId="{3AB7296F-BC3C-4BE2-8FDE-700AE9E02F2F}" type="parTrans" cxnId="{D553C580-266B-4813-AD0F-EAE4A77E45C4}">
      <dgm:prSet/>
      <dgm:spPr/>
      <dgm:t>
        <a:bodyPr/>
        <a:lstStyle/>
        <a:p>
          <a:endParaRPr lang="en-US"/>
        </a:p>
      </dgm:t>
    </dgm:pt>
    <dgm:pt modelId="{208790BA-93D4-4055-A6C9-E27FDC2A3201}" type="sibTrans" cxnId="{D553C580-266B-4813-AD0F-EAE4A77E45C4}">
      <dgm:prSet/>
      <dgm:spPr/>
      <dgm:t>
        <a:bodyPr/>
        <a:lstStyle/>
        <a:p>
          <a:endParaRPr lang="en-US"/>
        </a:p>
      </dgm:t>
    </dgm:pt>
    <dgm:pt modelId="{21A0E137-A24A-48B9-8BBF-7FBF46A4D3EB}">
      <dgm:prSet/>
      <dgm:spPr/>
      <dgm:t>
        <a:bodyPr/>
        <a:lstStyle/>
        <a:p>
          <a:r>
            <a:rPr lang="en-US" dirty="0"/>
            <a:t>JAVASCRIPT</a:t>
          </a:r>
        </a:p>
      </dgm:t>
    </dgm:pt>
    <dgm:pt modelId="{9E2916EA-3F7D-4028-9D75-7460B5992BDC}" type="parTrans" cxnId="{0D1BB5E8-0B8F-4DC0-99ED-AD5F684C45EA}">
      <dgm:prSet/>
      <dgm:spPr/>
      <dgm:t>
        <a:bodyPr/>
        <a:lstStyle/>
        <a:p>
          <a:endParaRPr lang="en-US"/>
        </a:p>
      </dgm:t>
    </dgm:pt>
    <dgm:pt modelId="{BD35510B-F002-4F97-BC6E-A7BDF391DD33}" type="sibTrans" cxnId="{0D1BB5E8-0B8F-4DC0-99ED-AD5F684C45EA}">
      <dgm:prSet/>
      <dgm:spPr/>
      <dgm:t>
        <a:bodyPr/>
        <a:lstStyle/>
        <a:p>
          <a:endParaRPr lang="en-US"/>
        </a:p>
      </dgm:t>
    </dgm:pt>
    <dgm:pt modelId="{E1FB6B95-0F0F-46A6-9F19-7D47EC354F60}">
      <dgm:prSet/>
      <dgm:spPr/>
      <dgm:t>
        <a:bodyPr/>
        <a:lstStyle/>
        <a:p>
          <a:r>
            <a:rPr lang="en-US"/>
            <a:t>JQUERY</a:t>
          </a:r>
        </a:p>
      </dgm:t>
    </dgm:pt>
    <dgm:pt modelId="{722C3CFA-3E52-47ED-B1C7-A8DA5968EAB7}" type="parTrans" cxnId="{C8BF5F4F-24CC-4904-A227-49FEB90986A8}">
      <dgm:prSet/>
      <dgm:spPr/>
      <dgm:t>
        <a:bodyPr/>
        <a:lstStyle/>
        <a:p>
          <a:endParaRPr lang="en-US"/>
        </a:p>
      </dgm:t>
    </dgm:pt>
    <dgm:pt modelId="{58D1971B-4204-45EE-A13C-502E261CE39F}" type="sibTrans" cxnId="{C8BF5F4F-24CC-4904-A227-49FEB90986A8}">
      <dgm:prSet/>
      <dgm:spPr/>
      <dgm:t>
        <a:bodyPr/>
        <a:lstStyle/>
        <a:p>
          <a:endParaRPr lang="en-US"/>
        </a:p>
      </dgm:t>
    </dgm:pt>
    <dgm:pt modelId="{53EE5BEA-BB7B-4B11-97C2-7360B77289C8}" type="pres">
      <dgm:prSet presAssocID="{3AC3AC31-EE80-40EF-AB43-0C96F7DED833}" presName="diagram" presStyleCnt="0">
        <dgm:presLayoutVars>
          <dgm:dir/>
          <dgm:resizeHandles val="exact"/>
        </dgm:presLayoutVars>
      </dgm:prSet>
      <dgm:spPr/>
    </dgm:pt>
    <dgm:pt modelId="{56AB832E-05DB-4D13-AE03-B5584D33D5DA}" type="pres">
      <dgm:prSet presAssocID="{CC6B3DDD-83EF-413B-9FDC-4E2E8CE02E9C}" presName="node" presStyleLbl="node1" presStyleIdx="0" presStyleCnt="6">
        <dgm:presLayoutVars>
          <dgm:bulletEnabled val="1"/>
        </dgm:presLayoutVars>
      </dgm:prSet>
      <dgm:spPr/>
    </dgm:pt>
    <dgm:pt modelId="{2DCD0376-C199-4448-BA46-8B08249A1E11}" type="pres">
      <dgm:prSet presAssocID="{A550C824-9E1B-4DE4-94FF-28E03895C14B}" presName="sibTrans" presStyleCnt="0"/>
      <dgm:spPr/>
    </dgm:pt>
    <dgm:pt modelId="{B0E84191-D030-4C58-91D6-360473901A0A}" type="pres">
      <dgm:prSet presAssocID="{523EBBBE-275F-438A-8DFB-ED597F9B35A0}" presName="node" presStyleLbl="node1" presStyleIdx="1" presStyleCnt="6">
        <dgm:presLayoutVars>
          <dgm:bulletEnabled val="1"/>
        </dgm:presLayoutVars>
      </dgm:prSet>
      <dgm:spPr/>
    </dgm:pt>
    <dgm:pt modelId="{87323F83-0B8C-4144-9ED5-B56B5E75FD58}" type="pres">
      <dgm:prSet presAssocID="{70F7D6E6-A7B6-42A8-8EC9-9F091AFAD3AB}" presName="sibTrans" presStyleCnt="0"/>
      <dgm:spPr/>
    </dgm:pt>
    <dgm:pt modelId="{71FD01CE-0131-4741-A6E9-F920276D6384}" type="pres">
      <dgm:prSet presAssocID="{F21889A3-132F-4CCE-9E4D-3A815B90167F}" presName="node" presStyleLbl="node1" presStyleIdx="2" presStyleCnt="6">
        <dgm:presLayoutVars>
          <dgm:bulletEnabled val="1"/>
        </dgm:presLayoutVars>
      </dgm:prSet>
      <dgm:spPr/>
    </dgm:pt>
    <dgm:pt modelId="{3C36F1A1-B673-42D6-A887-CAE81661B83C}" type="pres">
      <dgm:prSet presAssocID="{6D7B937F-6CF0-4ADC-B2E0-EC5E68F5C422}" presName="sibTrans" presStyleCnt="0"/>
      <dgm:spPr/>
    </dgm:pt>
    <dgm:pt modelId="{98B4E73D-715F-417E-8DAD-FDE9C8218F48}" type="pres">
      <dgm:prSet presAssocID="{E65705FC-5C01-4211-A41D-DA980367B512}" presName="node" presStyleLbl="node1" presStyleIdx="3" presStyleCnt="6">
        <dgm:presLayoutVars>
          <dgm:bulletEnabled val="1"/>
        </dgm:presLayoutVars>
      </dgm:prSet>
      <dgm:spPr/>
    </dgm:pt>
    <dgm:pt modelId="{A83EB482-6B8A-477D-B745-1261E4FEBDB6}" type="pres">
      <dgm:prSet presAssocID="{208790BA-93D4-4055-A6C9-E27FDC2A3201}" presName="sibTrans" presStyleCnt="0"/>
      <dgm:spPr/>
    </dgm:pt>
    <dgm:pt modelId="{9838B894-97CA-4565-B820-15FE339DFFAC}" type="pres">
      <dgm:prSet presAssocID="{21A0E137-A24A-48B9-8BBF-7FBF46A4D3EB}" presName="node" presStyleLbl="node1" presStyleIdx="4" presStyleCnt="6">
        <dgm:presLayoutVars>
          <dgm:bulletEnabled val="1"/>
        </dgm:presLayoutVars>
      </dgm:prSet>
      <dgm:spPr/>
    </dgm:pt>
    <dgm:pt modelId="{D0B01117-F4AD-40FB-BEC6-CDACC838F98B}" type="pres">
      <dgm:prSet presAssocID="{BD35510B-F002-4F97-BC6E-A7BDF391DD33}" presName="sibTrans" presStyleCnt="0"/>
      <dgm:spPr/>
    </dgm:pt>
    <dgm:pt modelId="{7D5CD556-F3FF-44C5-81B7-5E2C24E2F8F4}" type="pres">
      <dgm:prSet presAssocID="{E1FB6B95-0F0F-46A6-9F19-7D47EC354F60}" presName="node" presStyleLbl="node1" presStyleIdx="5" presStyleCnt="6">
        <dgm:presLayoutVars>
          <dgm:bulletEnabled val="1"/>
        </dgm:presLayoutVars>
      </dgm:prSet>
      <dgm:spPr/>
    </dgm:pt>
  </dgm:ptLst>
  <dgm:cxnLst>
    <dgm:cxn modelId="{03ED7B10-5CF1-4126-B893-690BF7E4CDA6}" srcId="{3AC3AC31-EE80-40EF-AB43-0C96F7DED833}" destId="{523EBBBE-275F-438A-8DFB-ED597F9B35A0}" srcOrd="1" destOrd="0" parTransId="{C995F7F3-E51F-4D61-8FBD-462AF94AD242}" sibTransId="{70F7D6E6-A7B6-42A8-8EC9-9F091AFAD3AB}"/>
    <dgm:cxn modelId="{28D30C5D-6CFF-4CB4-8C34-BB6F849312BB}" type="presOf" srcId="{F21889A3-132F-4CCE-9E4D-3A815B90167F}" destId="{71FD01CE-0131-4741-A6E9-F920276D6384}" srcOrd="0" destOrd="0" presId="urn:microsoft.com/office/officeart/2005/8/layout/default"/>
    <dgm:cxn modelId="{D3123449-091F-46B1-8731-A03DDD7CAE79}" type="presOf" srcId="{21A0E137-A24A-48B9-8BBF-7FBF46A4D3EB}" destId="{9838B894-97CA-4565-B820-15FE339DFFAC}" srcOrd="0" destOrd="0" presId="urn:microsoft.com/office/officeart/2005/8/layout/default"/>
    <dgm:cxn modelId="{C8BF5F4F-24CC-4904-A227-49FEB90986A8}" srcId="{3AC3AC31-EE80-40EF-AB43-0C96F7DED833}" destId="{E1FB6B95-0F0F-46A6-9F19-7D47EC354F60}" srcOrd="5" destOrd="0" parTransId="{722C3CFA-3E52-47ED-B1C7-A8DA5968EAB7}" sibTransId="{58D1971B-4204-45EE-A13C-502E261CE39F}"/>
    <dgm:cxn modelId="{CE83E74F-FA71-4292-B913-B80A789867ED}" type="presOf" srcId="{E1FB6B95-0F0F-46A6-9F19-7D47EC354F60}" destId="{7D5CD556-F3FF-44C5-81B7-5E2C24E2F8F4}" srcOrd="0" destOrd="0" presId="urn:microsoft.com/office/officeart/2005/8/layout/default"/>
    <dgm:cxn modelId="{D553C580-266B-4813-AD0F-EAE4A77E45C4}" srcId="{3AC3AC31-EE80-40EF-AB43-0C96F7DED833}" destId="{E65705FC-5C01-4211-A41D-DA980367B512}" srcOrd="3" destOrd="0" parTransId="{3AB7296F-BC3C-4BE2-8FDE-700AE9E02F2F}" sibTransId="{208790BA-93D4-4055-A6C9-E27FDC2A3201}"/>
    <dgm:cxn modelId="{C09D798A-A4CA-4C37-91E7-24C442478769}" type="presOf" srcId="{CC6B3DDD-83EF-413B-9FDC-4E2E8CE02E9C}" destId="{56AB832E-05DB-4D13-AE03-B5584D33D5DA}" srcOrd="0" destOrd="0" presId="urn:microsoft.com/office/officeart/2005/8/layout/default"/>
    <dgm:cxn modelId="{5EBF6690-E950-43F8-B21D-C3A382D89568}" srcId="{3AC3AC31-EE80-40EF-AB43-0C96F7DED833}" destId="{CC6B3DDD-83EF-413B-9FDC-4E2E8CE02E9C}" srcOrd="0" destOrd="0" parTransId="{834A79AA-3E7A-468A-8B62-351F5F007380}" sibTransId="{A550C824-9E1B-4DE4-94FF-28E03895C14B}"/>
    <dgm:cxn modelId="{98624E9B-CDDA-4757-9C23-968097E3A918}" type="presOf" srcId="{E65705FC-5C01-4211-A41D-DA980367B512}" destId="{98B4E73D-715F-417E-8DAD-FDE9C8218F48}" srcOrd="0" destOrd="0" presId="urn:microsoft.com/office/officeart/2005/8/layout/default"/>
    <dgm:cxn modelId="{BC7163A3-2E5F-4E73-A8E3-3E76F4929CCF}" type="presOf" srcId="{3AC3AC31-EE80-40EF-AB43-0C96F7DED833}" destId="{53EE5BEA-BB7B-4B11-97C2-7360B77289C8}" srcOrd="0" destOrd="0" presId="urn:microsoft.com/office/officeart/2005/8/layout/default"/>
    <dgm:cxn modelId="{7EB622B4-AA11-4446-A395-DF42AD99CFCE}" type="presOf" srcId="{523EBBBE-275F-438A-8DFB-ED597F9B35A0}" destId="{B0E84191-D030-4C58-91D6-360473901A0A}" srcOrd="0" destOrd="0" presId="urn:microsoft.com/office/officeart/2005/8/layout/default"/>
    <dgm:cxn modelId="{A1C533C8-9A38-4A63-8F03-B0EE9A4A8119}" srcId="{3AC3AC31-EE80-40EF-AB43-0C96F7DED833}" destId="{F21889A3-132F-4CCE-9E4D-3A815B90167F}" srcOrd="2" destOrd="0" parTransId="{DEAFB108-3704-4A69-B47B-F52629AD443E}" sibTransId="{6D7B937F-6CF0-4ADC-B2E0-EC5E68F5C422}"/>
    <dgm:cxn modelId="{0D1BB5E8-0B8F-4DC0-99ED-AD5F684C45EA}" srcId="{3AC3AC31-EE80-40EF-AB43-0C96F7DED833}" destId="{21A0E137-A24A-48B9-8BBF-7FBF46A4D3EB}" srcOrd="4" destOrd="0" parTransId="{9E2916EA-3F7D-4028-9D75-7460B5992BDC}" sibTransId="{BD35510B-F002-4F97-BC6E-A7BDF391DD33}"/>
    <dgm:cxn modelId="{33545FF0-A5C9-4BFB-B037-BD68B717D9D1}" type="presParOf" srcId="{53EE5BEA-BB7B-4B11-97C2-7360B77289C8}" destId="{56AB832E-05DB-4D13-AE03-B5584D33D5DA}" srcOrd="0" destOrd="0" presId="urn:microsoft.com/office/officeart/2005/8/layout/default"/>
    <dgm:cxn modelId="{C7F1D82F-95F0-4EE4-B086-07B6CDF05963}" type="presParOf" srcId="{53EE5BEA-BB7B-4B11-97C2-7360B77289C8}" destId="{2DCD0376-C199-4448-BA46-8B08249A1E11}" srcOrd="1" destOrd="0" presId="urn:microsoft.com/office/officeart/2005/8/layout/default"/>
    <dgm:cxn modelId="{17F25794-6D11-408C-88DB-3C2798C76812}" type="presParOf" srcId="{53EE5BEA-BB7B-4B11-97C2-7360B77289C8}" destId="{B0E84191-D030-4C58-91D6-360473901A0A}" srcOrd="2" destOrd="0" presId="urn:microsoft.com/office/officeart/2005/8/layout/default"/>
    <dgm:cxn modelId="{83EAA27D-60FA-4103-87DB-F544199FD4CA}" type="presParOf" srcId="{53EE5BEA-BB7B-4B11-97C2-7360B77289C8}" destId="{87323F83-0B8C-4144-9ED5-B56B5E75FD58}" srcOrd="3" destOrd="0" presId="urn:microsoft.com/office/officeart/2005/8/layout/default"/>
    <dgm:cxn modelId="{50DAAD49-8EE0-4F60-B0C4-15CA9B06BAFB}" type="presParOf" srcId="{53EE5BEA-BB7B-4B11-97C2-7360B77289C8}" destId="{71FD01CE-0131-4741-A6E9-F920276D6384}" srcOrd="4" destOrd="0" presId="urn:microsoft.com/office/officeart/2005/8/layout/default"/>
    <dgm:cxn modelId="{0F21531B-0267-491B-B37A-9AE154DAC5DC}" type="presParOf" srcId="{53EE5BEA-BB7B-4B11-97C2-7360B77289C8}" destId="{3C36F1A1-B673-42D6-A887-CAE81661B83C}" srcOrd="5" destOrd="0" presId="urn:microsoft.com/office/officeart/2005/8/layout/default"/>
    <dgm:cxn modelId="{42BF3414-A82E-4083-B1D6-CD441C69F6E3}" type="presParOf" srcId="{53EE5BEA-BB7B-4B11-97C2-7360B77289C8}" destId="{98B4E73D-715F-417E-8DAD-FDE9C8218F48}" srcOrd="6" destOrd="0" presId="urn:microsoft.com/office/officeart/2005/8/layout/default"/>
    <dgm:cxn modelId="{C021A7B8-A526-4416-B5FA-52C4F5C11E61}" type="presParOf" srcId="{53EE5BEA-BB7B-4B11-97C2-7360B77289C8}" destId="{A83EB482-6B8A-477D-B745-1261E4FEBDB6}" srcOrd="7" destOrd="0" presId="urn:microsoft.com/office/officeart/2005/8/layout/default"/>
    <dgm:cxn modelId="{D3705B64-2707-4C41-A7EB-3E07D7F949E8}" type="presParOf" srcId="{53EE5BEA-BB7B-4B11-97C2-7360B77289C8}" destId="{9838B894-97CA-4565-B820-15FE339DFFAC}" srcOrd="8" destOrd="0" presId="urn:microsoft.com/office/officeart/2005/8/layout/default"/>
    <dgm:cxn modelId="{6E77EFBA-588A-4935-95E9-6D7CA33D468E}" type="presParOf" srcId="{53EE5BEA-BB7B-4B11-97C2-7360B77289C8}" destId="{D0B01117-F4AD-40FB-BEC6-CDACC838F98B}" srcOrd="9" destOrd="0" presId="urn:microsoft.com/office/officeart/2005/8/layout/default"/>
    <dgm:cxn modelId="{97C75A01-B3E2-4DED-8779-DD0BFCECEB34}" type="presParOf" srcId="{53EE5BEA-BB7B-4B11-97C2-7360B77289C8}" destId="{7D5CD556-F3FF-44C5-81B7-5E2C24E2F8F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A8A99C-9A6E-4002-86BC-65631D39878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627EF68-1DC2-422B-A986-BEA3C996C8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frontend is developed in HTML and backend used for storing the data is database.</a:t>
          </a:r>
        </a:p>
      </dgm:t>
    </dgm:pt>
    <dgm:pt modelId="{16D59EC8-6A8A-42FC-9E6F-209C2F9BC3F7}" type="parTrans" cxnId="{A887EEB0-0EF4-45E3-9BA6-97BA9470D75D}">
      <dgm:prSet/>
      <dgm:spPr/>
      <dgm:t>
        <a:bodyPr/>
        <a:lstStyle/>
        <a:p>
          <a:endParaRPr lang="en-US"/>
        </a:p>
      </dgm:t>
    </dgm:pt>
    <dgm:pt modelId="{901297A3-88EA-44B4-B441-DAED86DCD245}" type="sibTrans" cxnId="{A887EEB0-0EF4-45E3-9BA6-97BA9470D75D}">
      <dgm:prSet/>
      <dgm:spPr/>
      <dgm:t>
        <a:bodyPr/>
        <a:lstStyle/>
        <a:p>
          <a:endParaRPr lang="en-US"/>
        </a:p>
      </dgm:t>
    </dgm:pt>
    <dgm:pt modelId="{CA7E0AE6-4FD3-4B48-A7DA-A7A8057E4D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pharma data is developed in database.</a:t>
          </a:r>
        </a:p>
      </dgm:t>
    </dgm:pt>
    <dgm:pt modelId="{BBFF736D-0F9D-4851-B5AB-3579394D8990}" type="parTrans" cxnId="{3414BB2D-B418-4473-802C-37A1093C6071}">
      <dgm:prSet/>
      <dgm:spPr/>
      <dgm:t>
        <a:bodyPr/>
        <a:lstStyle/>
        <a:p>
          <a:endParaRPr lang="en-US"/>
        </a:p>
      </dgm:t>
    </dgm:pt>
    <dgm:pt modelId="{353B8A16-B2AD-41F5-BF4A-9BE0B7B9225F}" type="sibTrans" cxnId="{3414BB2D-B418-4473-802C-37A1093C6071}">
      <dgm:prSet/>
      <dgm:spPr/>
      <dgm:t>
        <a:bodyPr/>
        <a:lstStyle/>
        <a:p>
          <a:endParaRPr lang="en-US"/>
        </a:p>
      </dgm:t>
    </dgm:pt>
    <dgm:pt modelId="{9A53A1D3-002B-477D-BA99-418337B0C4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connection between frontend and backed is flask.</a:t>
          </a:r>
        </a:p>
      </dgm:t>
    </dgm:pt>
    <dgm:pt modelId="{490C533D-3DA5-4F32-925F-7132D049DEE4}" type="parTrans" cxnId="{A9F7DB88-634E-482A-8046-C8A1E1D44B5A}">
      <dgm:prSet/>
      <dgm:spPr/>
      <dgm:t>
        <a:bodyPr/>
        <a:lstStyle/>
        <a:p>
          <a:endParaRPr lang="en-US"/>
        </a:p>
      </dgm:t>
    </dgm:pt>
    <dgm:pt modelId="{0FA94DE9-9960-4DDA-8585-053135AF8458}" type="sibTrans" cxnId="{A9F7DB88-634E-482A-8046-C8A1E1D44B5A}">
      <dgm:prSet/>
      <dgm:spPr/>
      <dgm:t>
        <a:bodyPr/>
        <a:lstStyle/>
        <a:p>
          <a:endParaRPr lang="en-US"/>
        </a:p>
      </dgm:t>
    </dgm:pt>
    <dgm:pt modelId="{1904109A-5C42-49F9-9EFD-40860FBF8767}" type="pres">
      <dgm:prSet presAssocID="{D8A8A99C-9A6E-4002-86BC-65631D398785}" presName="root" presStyleCnt="0">
        <dgm:presLayoutVars>
          <dgm:dir/>
          <dgm:resizeHandles val="exact"/>
        </dgm:presLayoutVars>
      </dgm:prSet>
      <dgm:spPr/>
    </dgm:pt>
    <dgm:pt modelId="{30317EBB-7E7A-43DE-B4FB-6242C30AE01D}" type="pres">
      <dgm:prSet presAssocID="{0627EF68-1DC2-422B-A986-BEA3C996C873}" presName="compNode" presStyleCnt="0"/>
      <dgm:spPr/>
    </dgm:pt>
    <dgm:pt modelId="{24663E51-B834-41CD-9DEA-000C58E1D85F}" type="pres">
      <dgm:prSet presAssocID="{0627EF68-1DC2-422B-A986-BEA3C996C873}" presName="bgRect" presStyleLbl="bgShp" presStyleIdx="0" presStyleCnt="3"/>
      <dgm:spPr/>
    </dgm:pt>
    <dgm:pt modelId="{ADA2B632-AB9D-4B7A-B6D3-75B32881089B}" type="pres">
      <dgm:prSet presAssocID="{0627EF68-1DC2-422B-A986-BEA3C996C8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39CF60B-9723-4935-B8C2-F90A6B7DB2E5}" type="pres">
      <dgm:prSet presAssocID="{0627EF68-1DC2-422B-A986-BEA3C996C873}" presName="spaceRect" presStyleCnt="0"/>
      <dgm:spPr/>
    </dgm:pt>
    <dgm:pt modelId="{E100E268-4A9B-42BF-8C4E-C2FD55058F6C}" type="pres">
      <dgm:prSet presAssocID="{0627EF68-1DC2-422B-A986-BEA3C996C873}" presName="parTx" presStyleLbl="revTx" presStyleIdx="0" presStyleCnt="3">
        <dgm:presLayoutVars>
          <dgm:chMax val="0"/>
          <dgm:chPref val="0"/>
        </dgm:presLayoutVars>
      </dgm:prSet>
      <dgm:spPr/>
    </dgm:pt>
    <dgm:pt modelId="{3FF45F8A-12A0-4BB5-A744-BAF5FC53348B}" type="pres">
      <dgm:prSet presAssocID="{901297A3-88EA-44B4-B441-DAED86DCD245}" presName="sibTrans" presStyleCnt="0"/>
      <dgm:spPr/>
    </dgm:pt>
    <dgm:pt modelId="{E8B29A2B-868C-4677-8807-839C006A3B53}" type="pres">
      <dgm:prSet presAssocID="{CA7E0AE6-4FD3-4B48-A7DA-A7A8057E4D96}" presName="compNode" presStyleCnt="0"/>
      <dgm:spPr/>
    </dgm:pt>
    <dgm:pt modelId="{99577CB0-D6DA-47DD-8EDE-B3FEC72F8AF1}" type="pres">
      <dgm:prSet presAssocID="{CA7E0AE6-4FD3-4B48-A7DA-A7A8057E4D96}" presName="bgRect" presStyleLbl="bgShp" presStyleIdx="1" presStyleCnt="3"/>
      <dgm:spPr/>
    </dgm:pt>
    <dgm:pt modelId="{6AB9BD08-EC5F-47D0-BD67-BA28F947A915}" type="pres">
      <dgm:prSet presAssocID="{CA7E0AE6-4FD3-4B48-A7DA-A7A8057E4D9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E972033-3CCE-46CD-B0A8-78720468032A}" type="pres">
      <dgm:prSet presAssocID="{CA7E0AE6-4FD3-4B48-A7DA-A7A8057E4D96}" presName="spaceRect" presStyleCnt="0"/>
      <dgm:spPr/>
    </dgm:pt>
    <dgm:pt modelId="{4ADDA8A5-9B43-4D99-A24C-AE5FAE965910}" type="pres">
      <dgm:prSet presAssocID="{CA7E0AE6-4FD3-4B48-A7DA-A7A8057E4D96}" presName="parTx" presStyleLbl="revTx" presStyleIdx="1" presStyleCnt="3">
        <dgm:presLayoutVars>
          <dgm:chMax val="0"/>
          <dgm:chPref val="0"/>
        </dgm:presLayoutVars>
      </dgm:prSet>
      <dgm:spPr/>
    </dgm:pt>
    <dgm:pt modelId="{82236C19-367A-461E-AFF9-664B1ECDD407}" type="pres">
      <dgm:prSet presAssocID="{353B8A16-B2AD-41F5-BF4A-9BE0B7B9225F}" presName="sibTrans" presStyleCnt="0"/>
      <dgm:spPr/>
    </dgm:pt>
    <dgm:pt modelId="{D54F429B-7518-466C-9C01-E42A8C63DE16}" type="pres">
      <dgm:prSet presAssocID="{9A53A1D3-002B-477D-BA99-418337B0C464}" presName="compNode" presStyleCnt="0"/>
      <dgm:spPr/>
    </dgm:pt>
    <dgm:pt modelId="{028154E3-58DE-4FA5-8F82-EF9BFCCC970E}" type="pres">
      <dgm:prSet presAssocID="{9A53A1D3-002B-477D-BA99-418337B0C464}" presName="bgRect" presStyleLbl="bgShp" presStyleIdx="2" presStyleCnt="3"/>
      <dgm:spPr/>
    </dgm:pt>
    <dgm:pt modelId="{98071059-17A1-4A33-84F9-A2B1FD4E10A8}" type="pres">
      <dgm:prSet presAssocID="{9A53A1D3-002B-477D-BA99-418337B0C46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45FF1456-77F1-4F9B-B8BC-B122DF84F119}" type="pres">
      <dgm:prSet presAssocID="{9A53A1D3-002B-477D-BA99-418337B0C464}" presName="spaceRect" presStyleCnt="0"/>
      <dgm:spPr/>
    </dgm:pt>
    <dgm:pt modelId="{62186712-30F3-4BB8-ACA1-7FBAE6DC083D}" type="pres">
      <dgm:prSet presAssocID="{9A53A1D3-002B-477D-BA99-418337B0C46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29C152B-438E-4A2C-9F24-607A2B69A339}" type="presOf" srcId="{CA7E0AE6-4FD3-4B48-A7DA-A7A8057E4D96}" destId="{4ADDA8A5-9B43-4D99-A24C-AE5FAE965910}" srcOrd="0" destOrd="0" presId="urn:microsoft.com/office/officeart/2018/2/layout/IconVerticalSolidList"/>
    <dgm:cxn modelId="{3414BB2D-B418-4473-802C-37A1093C6071}" srcId="{D8A8A99C-9A6E-4002-86BC-65631D398785}" destId="{CA7E0AE6-4FD3-4B48-A7DA-A7A8057E4D96}" srcOrd="1" destOrd="0" parTransId="{BBFF736D-0F9D-4851-B5AB-3579394D8990}" sibTransId="{353B8A16-B2AD-41F5-BF4A-9BE0B7B9225F}"/>
    <dgm:cxn modelId="{770DE836-1361-42B5-A74A-633CA83DB136}" type="presOf" srcId="{9A53A1D3-002B-477D-BA99-418337B0C464}" destId="{62186712-30F3-4BB8-ACA1-7FBAE6DC083D}" srcOrd="0" destOrd="0" presId="urn:microsoft.com/office/officeart/2018/2/layout/IconVerticalSolidList"/>
    <dgm:cxn modelId="{27177D5F-57B7-4CF2-B335-97E26D83A2C6}" type="presOf" srcId="{D8A8A99C-9A6E-4002-86BC-65631D398785}" destId="{1904109A-5C42-49F9-9EFD-40860FBF8767}" srcOrd="0" destOrd="0" presId="urn:microsoft.com/office/officeart/2018/2/layout/IconVerticalSolidList"/>
    <dgm:cxn modelId="{A9F7DB88-634E-482A-8046-C8A1E1D44B5A}" srcId="{D8A8A99C-9A6E-4002-86BC-65631D398785}" destId="{9A53A1D3-002B-477D-BA99-418337B0C464}" srcOrd="2" destOrd="0" parTransId="{490C533D-3DA5-4F32-925F-7132D049DEE4}" sibTransId="{0FA94DE9-9960-4DDA-8585-053135AF8458}"/>
    <dgm:cxn modelId="{A887EEB0-0EF4-45E3-9BA6-97BA9470D75D}" srcId="{D8A8A99C-9A6E-4002-86BC-65631D398785}" destId="{0627EF68-1DC2-422B-A986-BEA3C996C873}" srcOrd="0" destOrd="0" parTransId="{16D59EC8-6A8A-42FC-9E6F-209C2F9BC3F7}" sibTransId="{901297A3-88EA-44B4-B441-DAED86DCD245}"/>
    <dgm:cxn modelId="{C88199ED-DE3A-444C-8697-54C4D8254964}" type="presOf" srcId="{0627EF68-1DC2-422B-A986-BEA3C996C873}" destId="{E100E268-4A9B-42BF-8C4E-C2FD55058F6C}" srcOrd="0" destOrd="0" presId="urn:microsoft.com/office/officeart/2018/2/layout/IconVerticalSolidList"/>
    <dgm:cxn modelId="{26CC85A0-2225-4D22-BD11-23600394DDE7}" type="presParOf" srcId="{1904109A-5C42-49F9-9EFD-40860FBF8767}" destId="{30317EBB-7E7A-43DE-B4FB-6242C30AE01D}" srcOrd="0" destOrd="0" presId="urn:microsoft.com/office/officeart/2018/2/layout/IconVerticalSolidList"/>
    <dgm:cxn modelId="{F557AA57-96B5-4B7A-9F56-4243F224367E}" type="presParOf" srcId="{30317EBB-7E7A-43DE-B4FB-6242C30AE01D}" destId="{24663E51-B834-41CD-9DEA-000C58E1D85F}" srcOrd="0" destOrd="0" presId="urn:microsoft.com/office/officeart/2018/2/layout/IconVerticalSolidList"/>
    <dgm:cxn modelId="{9383D575-3342-4FA6-A2DE-CC21FF71B0AE}" type="presParOf" srcId="{30317EBB-7E7A-43DE-B4FB-6242C30AE01D}" destId="{ADA2B632-AB9D-4B7A-B6D3-75B32881089B}" srcOrd="1" destOrd="0" presId="urn:microsoft.com/office/officeart/2018/2/layout/IconVerticalSolidList"/>
    <dgm:cxn modelId="{66DBBCC8-DBE9-4F12-B7E8-61985D0547A9}" type="presParOf" srcId="{30317EBB-7E7A-43DE-B4FB-6242C30AE01D}" destId="{E39CF60B-9723-4935-B8C2-F90A6B7DB2E5}" srcOrd="2" destOrd="0" presId="urn:microsoft.com/office/officeart/2018/2/layout/IconVerticalSolidList"/>
    <dgm:cxn modelId="{7CE3D577-470B-4F95-AD50-DF842ED4B7E0}" type="presParOf" srcId="{30317EBB-7E7A-43DE-B4FB-6242C30AE01D}" destId="{E100E268-4A9B-42BF-8C4E-C2FD55058F6C}" srcOrd="3" destOrd="0" presId="urn:microsoft.com/office/officeart/2018/2/layout/IconVerticalSolidList"/>
    <dgm:cxn modelId="{1A8A36AD-AE7F-4A0B-B115-2D3E1CAC82D4}" type="presParOf" srcId="{1904109A-5C42-49F9-9EFD-40860FBF8767}" destId="{3FF45F8A-12A0-4BB5-A744-BAF5FC53348B}" srcOrd="1" destOrd="0" presId="urn:microsoft.com/office/officeart/2018/2/layout/IconVerticalSolidList"/>
    <dgm:cxn modelId="{55B82491-E906-4BA4-A54C-9D7C502A5912}" type="presParOf" srcId="{1904109A-5C42-49F9-9EFD-40860FBF8767}" destId="{E8B29A2B-868C-4677-8807-839C006A3B53}" srcOrd="2" destOrd="0" presId="urn:microsoft.com/office/officeart/2018/2/layout/IconVerticalSolidList"/>
    <dgm:cxn modelId="{7F65D227-4619-4179-8DB8-8F4921EB9517}" type="presParOf" srcId="{E8B29A2B-868C-4677-8807-839C006A3B53}" destId="{99577CB0-D6DA-47DD-8EDE-B3FEC72F8AF1}" srcOrd="0" destOrd="0" presId="urn:microsoft.com/office/officeart/2018/2/layout/IconVerticalSolidList"/>
    <dgm:cxn modelId="{E4C6FF85-1D57-4281-B1BB-51EC9FD20E0B}" type="presParOf" srcId="{E8B29A2B-868C-4677-8807-839C006A3B53}" destId="{6AB9BD08-EC5F-47D0-BD67-BA28F947A915}" srcOrd="1" destOrd="0" presId="urn:microsoft.com/office/officeart/2018/2/layout/IconVerticalSolidList"/>
    <dgm:cxn modelId="{A5CD6415-B79D-4CBB-8925-09B9C1D2ED40}" type="presParOf" srcId="{E8B29A2B-868C-4677-8807-839C006A3B53}" destId="{DE972033-3CCE-46CD-B0A8-78720468032A}" srcOrd="2" destOrd="0" presId="urn:microsoft.com/office/officeart/2018/2/layout/IconVerticalSolidList"/>
    <dgm:cxn modelId="{71043D8F-D89A-4E93-8D74-5493153BD55A}" type="presParOf" srcId="{E8B29A2B-868C-4677-8807-839C006A3B53}" destId="{4ADDA8A5-9B43-4D99-A24C-AE5FAE965910}" srcOrd="3" destOrd="0" presId="urn:microsoft.com/office/officeart/2018/2/layout/IconVerticalSolidList"/>
    <dgm:cxn modelId="{24C8C210-278B-4A31-8F58-15B4AE2F4AD1}" type="presParOf" srcId="{1904109A-5C42-49F9-9EFD-40860FBF8767}" destId="{82236C19-367A-461E-AFF9-664B1ECDD407}" srcOrd="3" destOrd="0" presId="urn:microsoft.com/office/officeart/2018/2/layout/IconVerticalSolidList"/>
    <dgm:cxn modelId="{8EA33576-32F9-4C62-8085-F894090FB1CC}" type="presParOf" srcId="{1904109A-5C42-49F9-9EFD-40860FBF8767}" destId="{D54F429B-7518-466C-9C01-E42A8C63DE16}" srcOrd="4" destOrd="0" presId="urn:microsoft.com/office/officeart/2018/2/layout/IconVerticalSolidList"/>
    <dgm:cxn modelId="{72C294E8-4F43-45AC-B3D2-0BF029F3F124}" type="presParOf" srcId="{D54F429B-7518-466C-9C01-E42A8C63DE16}" destId="{028154E3-58DE-4FA5-8F82-EF9BFCCC970E}" srcOrd="0" destOrd="0" presId="urn:microsoft.com/office/officeart/2018/2/layout/IconVerticalSolidList"/>
    <dgm:cxn modelId="{8412B591-0880-453A-8AA8-587FCA06B965}" type="presParOf" srcId="{D54F429B-7518-466C-9C01-E42A8C63DE16}" destId="{98071059-17A1-4A33-84F9-A2B1FD4E10A8}" srcOrd="1" destOrd="0" presId="urn:microsoft.com/office/officeart/2018/2/layout/IconVerticalSolidList"/>
    <dgm:cxn modelId="{E13CF47B-D17E-4CA0-BA0E-F11810786CA3}" type="presParOf" srcId="{D54F429B-7518-466C-9C01-E42A8C63DE16}" destId="{45FF1456-77F1-4F9B-B8BC-B122DF84F119}" srcOrd="2" destOrd="0" presId="urn:microsoft.com/office/officeart/2018/2/layout/IconVerticalSolidList"/>
    <dgm:cxn modelId="{004C81C8-E4B9-474E-985B-9081AFD6F067}" type="presParOf" srcId="{D54F429B-7518-466C-9C01-E42A8C63DE16}" destId="{62186712-30F3-4BB8-ACA1-7FBAE6DC08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B832E-05DB-4D13-AE03-B5584D33D5DA}">
      <dsp:nvSpPr>
        <dsp:cNvPr id="0" name=""/>
        <dsp:cNvSpPr/>
      </dsp:nvSpPr>
      <dsp:spPr>
        <a:xfrm>
          <a:off x="789384" y="2249"/>
          <a:ext cx="2602259" cy="156135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Flask (python)</a:t>
          </a:r>
        </a:p>
      </dsp:txBody>
      <dsp:txXfrm>
        <a:off x="789384" y="2249"/>
        <a:ext cx="2602259" cy="1561355"/>
      </dsp:txXfrm>
    </dsp:sp>
    <dsp:sp modelId="{B0E84191-D030-4C58-91D6-360473901A0A}">
      <dsp:nvSpPr>
        <dsp:cNvPr id="0" name=""/>
        <dsp:cNvSpPr/>
      </dsp:nvSpPr>
      <dsp:spPr>
        <a:xfrm>
          <a:off x="3651870" y="2249"/>
          <a:ext cx="2602259" cy="156135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MySql</a:t>
          </a:r>
        </a:p>
      </dsp:txBody>
      <dsp:txXfrm>
        <a:off x="3651870" y="2249"/>
        <a:ext cx="2602259" cy="1561355"/>
      </dsp:txXfrm>
    </dsp:sp>
    <dsp:sp modelId="{71FD01CE-0131-4741-A6E9-F920276D6384}">
      <dsp:nvSpPr>
        <dsp:cNvPr id="0" name=""/>
        <dsp:cNvSpPr/>
      </dsp:nvSpPr>
      <dsp:spPr>
        <a:xfrm>
          <a:off x="6514355" y="2249"/>
          <a:ext cx="2602259" cy="156135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HTML</a:t>
          </a:r>
        </a:p>
      </dsp:txBody>
      <dsp:txXfrm>
        <a:off x="6514355" y="2249"/>
        <a:ext cx="2602259" cy="1561355"/>
      </dsp:txXfrm>
    </dsp:sp>
    <dsp:sp modelId="{98B4E73D-715F-417E-8DAD-FDE9C8218F48}">
      <dsp:nvSpPr>
        <dsp:cNvPr id="0" name=""/>
        <dsp:cNvSpPr/>
      </dsp:nvSpPr>
      <dsp:spPr>
        <a:xfrm>
          <a:off x="789384" y="1823830"/>
          <a:ext cx="2602259" cy="156135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CSS</a:t>
          </a:r>
        </a:p>
      </dsp:txBody>
      <dsp:txXfrm>
        <a:off x="789384" y="1823830"/>
        <a:ext cx="2602259" cy="1561355"/>
      </dsp:txXfrm>
    </dsp:sp>
    <dsp:sp modelId="{9838B894-97CA-4565-B820-15FE339DFFAC}">
      <dsp:nvSpPr>
        <dsp:cNvPr id="0" name=""/>
        <dsp:cNvSpPr/>
      </dsp:nvSpPr>
      <dsp:spPr>
        <a:xfrm>
          <a:off x="3651870" y="1823830"/>
          <a:ext cx="2602259" cy="156135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JAVASCRIPT</a:t>
          </a:r>
        </a:p>
      </dsp:txBody>
      <dsp:txXfrm>
        <a:off x="3651870" y="1823830"/>
        <a:ext cx="2602259" cy="1561355"/>
      </dsp:txXfrm>
    </dsp:sp>
    <dsp:sp modelId="{7D5CD556-F3FF-44C5-81B7-5E2C24E2F8F4}">
      <dsp:nvSpPr>
        <dsp:cNvPr id="0" name=""/>
        <dsp:cNvSpPr/>
      </dsp:nvSpPr>
      <dsp:spPr>
        <a:xfrm>
          <a:off x="6514355" y="1823830"/>
          <a:ext cx="2602259" cy="156135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JQUERY</a:t>
          </a:r>
        </a:p>
      </dsp:txBody>
      <dsp:txXfrm>
        <a:off x="6514355" y="1823830"/>
        <a:ext cx="2602259" cy="15613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63E51-B834-41CD-9DEA-000C58E1D85F}">
      <dsp:nvSpPr>
        <dsp:cNvPr id="0" name=""/>
        <dsp:cNvSpPr/>
      </dsp:nvSpPr>
      <dsp:spPr>
        <a:xfrm>
          <a:off x="0" y="680"/>
          <a:ext cx="6243991" cy="15913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A2B632-AB9D-4B7A-B6D3-75B32881089B}">
      <dsp:nvSpPr>
        <dsp:cNvPr id="0" name=""/>
        <dsp:cNvSpPr/>
      </dsp:nvSpPr>
      <dsp:spPr>
        <a:xfrm>
          <a:off x="481381" y="358732"/>
          <a:ext cx="875239" cy="8752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0E268-4A9B-42BF-8C4E-C2FD55058F6C}">
      <dsp:nvSpPr>
        <dsp:cNvPr id="0" name=""/>
        <dsp:cNvSpPr/>
      </dsp:nvSpPr>
      <dsp:spPr>
        <a:xfrm>
          <a:off x="1838002" y="680"/>
          <a:ext cx="4405989" cy="1591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17" tIns="168417" rIns="168417" bIns="1684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frontend is developed in HTML and backend used for storing the data is database.</a:t>
          </a:r>
        </a:p>
      </dsp:txBody>
      <dsp:txXfrm>
        <a:off x="1838002" y="680"/>
        <a:ext cx="4405989" cy="1591344"/>
      </dsp:txXfrm>
    </dsp:sp>
    <dsp:sp modelId="{99577CB0-D6DA-47DD-8EDE-B3FEC72F8AF1}">
      <dsp:nvSpPr>
        <dsp:cNvPr id="0" name=""/>
        <dsp:cNvSpPr/>
      </dsp:nvSpPr>
      <dsp:spPr>
        <a:xfrm>
          <a:off x="0" y="1989860"/>
          <a:ext cx="6243991" cy="15913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B9BD08-EC5F-47D0-BD67-BA28F947A915}">
      <dsp:nvSpPr>
        <dsp:cNvPr id="0" name=""/>
        <dsp:cNvSpPr/>
      </dsp:nvSpPr>
      <dsp:spPr>
        <a:xfrm>
          <a:off x="481381" y="2347912"/>
          <a:ext cx="875239" cy="8752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DDA8A5-9B43-4D99-A24C-AE5FAE965910}">
      <dsp:nvSpPr>
        <dsp:cNvPr id="0" name=""/>
        <dsp:cNvSpPr/>
      </dsp:nvSpPr>
      <dsp:spPr>
        <a:xfrm>
          <a:off x="1838002" y="1989860"/>
          <a:ext cx="4405989" cy="1591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17" tIns="168417" rIns="168417" bIns="1684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pharma data is developed in database.</a:t>
          </a:r>
        </a:p>
      </dsp:txBody>
      <dsp:txXfrm>
        <a:off x="1838002" y="1989860"/>
        <a:ext cx="4405989" cy="1591344"/>
      </dsp:txXfrm>
    </dsp:sp>
    <dsp:sp modelId="{028154E3-58DE-4FA5-8F82-EF9BFCCC970E}">
      <dsp:nvSpPr>
        <dsp:cNvPr id="0" name=""/>
        <dsp:cNvSpPr/>
      </dsp:nvSpPr>
      <dsp:spPr>
        <a:xfrm>
          <a:off x="0" y="3979040"/>
          <a:ext cx="6243991" cy="15913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071059-17A1-4A33-84F9-A2B1FD4E10A8}">
      <dsp:nvSpPr>
        <dsp:cNvPr id="0" name=""/>
        <dsp:cNvSpPr/>
      </dsp:nvSpPr>
      <dsp:spPr>
        <a:xfrm>
          <a:off x="481381" y="4337093"/>
          <a:ext cx="875239" cy="8752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186712-30F3-4BB8-ACA1-7FBAE6DC083D}">
      <dsp:nvSpPr>
        <dsp:cNvPr id="0" name=""/>
        <dsp:cNvSpPr/>
      </dsp:nvSpPr>
      <dsp:spPr>
        <a:xfrm>
          <a:off x="1838002" y="3979040"/>
          <a:ext cx="4405989" cy="1591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17" tIns="168417" rIns="168417" bIns="1684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connection between frontend and backed is flask.</a:t>
          </a:r>
        </a:p>
      </dsp:txBody>
      <dsp:txXfrm>
        <a:off x="1838002" y="3979040"/>
        <a:ext cx="4405989" cy="15913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EC01-07AB-4E35-9F79-4E8289A28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656E8-AC3C-4DD8-AED1-A14C29B70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6AF28-DB7C-4BB5-8A11-6E30B6FD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81D12-6BB6-4F64-A423-B77D8452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A6005-9301-4AC3-AE74-F80BDB2BF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47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5547D-2D06-44A7-906E-F423020A2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D41F-D97E-402A-B710-55D9EF66F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AA74C-4086-4AD9-B9D8-A278C20B1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87FEF-FBCB-4D20-969D-FCCBE5991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A1EB6-3109-4D49-B000-B0F76F8E5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39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42395-3B37-4AF0-A738-F1DF56563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A7454-4DC2-4C08-AFE9-C25DD6D53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CD4D8-7CE8-4468-8D8D-DDE07F7BC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2CAC4-84BE-4DE2-AF0D-6E1F57E0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23029-DCCF-4EC5-B4DF-24944784E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4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62352-0D7B-4934-8390-D51720B9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CAB02-FD53-4A88-8A49-3317EB6A5F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4694F-6F9C-4943-B045-0ECDFCB14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3027F-C919-43D9-BF6D-AF3B3210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29653-F526-405C-A835-457E3FE4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B009E-1133-45A6-AC5E-5FE74358C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1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7BCC-447B-4FEB-A5E9-86AAC699E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E2718-EAAD-47CE-A8A2-56D464246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A0E8F-6318-427C-91A1-BF43126DB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CCBDD4-37BB-426C-AA48-CDC0EF493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492D8-D4D3-4F33-B9BB-C7036CD4C4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DF0FC1-55CB-4026-B3CB-30637F0E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72F071-25A0-4F5D-981F-DD8E8164D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EADCA5-CA9E-4B66-A15A-529689D4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95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4C79-F9CB-4B0B-83A6-D55D0489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D6D471-C8DA-4113-95A7-8293D1A26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4B296D-43E3-4DA6-86C8-2EA3EFF9F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B5D29-F571-479C-8457-DD70759D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9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49D81-35CD-4851-B194-717945C7D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29653-845D-4123-9650-3FA23ACB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A83E0-7036-4F7C-A55E-3B71CF49F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14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63C7D-A58D-40CA-B52C-8139FC3AD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B9B98-A8D8-4934-99AB-29DD4A441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F6AF6-6ABD-48A8-B809-C3D645E16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03BC6-4B07-431E-A62B-F38D93714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AE4DE-192D-4C61-99D4-A5180E903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ECE15-23E7-48AA-9845-B9F371E2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63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D52D-390E-4B8D-8CCD-0E3F83C3C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DA530C-AF5D-4F8B-BD28-405D06947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5CE2E-4A05-4F2F-B054-600709D1A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C0008-55F1-4BB9-B1E1-0D9871B6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53D44-BA3B-4574-A0C4-112D1BE0D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40683-CFC2-4496-8816-3CC49EDA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0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400F8-E1EF-4736-B07E-526961827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CFC48-BC26-48C8-8433-2E14DE4DC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A760A-5CBD-4C53-86D6-A25F91F02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06BC0-B225-4C27-937B-F291F25CE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27491-BA81-411E-8CAF-E216113C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B7F265-2B15-4B3F-8366-FA5F173D99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097C6-6F94-4EDE-8EBC-3E8A5E5CE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291A7-D324-4E60-A945-A11E220F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ACAD2-E9AC-4495-9657-78D18FF4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6D30F-A285-4654-BD7B-DD945DB5C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56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70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25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43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346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99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42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69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762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203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479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322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5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62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268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464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850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6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7B3C10-E99E-4590-9F66-4E162931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C121F-3169-4E51-85B2-DF13B9EF2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87B0-C213-453A-9A9D-837FDAF05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CD51D-79BD-4572-860C-9079A2335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AB629-7160-45F1-9855-7AE6516FD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1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2345051-2045-45DA-935E-2E3CA1A69ADC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83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8CCA8-43D6-45BA-B591-3400EE3EA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2443" y="4928180"/>
            <a:ext cx="3521122" cy="12863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100" kern="12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Module Code: </a:t>
            </a:r>
            <a:r>
              <a:rPr lang="en-US" sz="2100" u="sng" kern="12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B9IS123</a:t>
            </a:r>
            <a:br>
              <a:rPr lang="en-US" sz="2100" kern="12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2100" kern="12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Module Title:  Programming for Information Systems</a:t>
            </a:r>
            <a:br>
              <a:rPr lang="en-US" sz="2100" kern="12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2100" kern="12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Lecturer: Paul Laird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F8AE6E-38CD-4B2A-8E02-F099DD30E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126" y="629042"/>
            <a:ext cx="1217216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Needle">
            <a:extLst>
              <a:ext uri="{FF2B5EF4-FFF2-40B4-BE49-F238E27FC236}">
                <a16:creationId xmlns:a16="http://schemas.microsoft.com/office/drawing/2014/main" id="{6DD3CBFA-EEB4-45A9-9C97-2BB221E2E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653" y="742789"/>
            <a:ext cx="632042" cy="632042"/>
          </a:xfrm>
          <a:prstGeom prst="rect">
            <a:avLst/>
          </a:prstGeom>
        </p:spPr>
      </p:pic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23293907-0F26-4752-BCD0-3AC2C5026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43683" y="635538"/>
            <a:ext cx="680408" cy="849747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A07809-FD84-4293-BEDA-C920BB2A1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6352" y="8853"/>
            <a:ext cx="1576152" cy="1479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Database">
            <a:extLst>
              <a:ext uri="{FF2B5EF4-FFF2-40B4-BE49-F238E27FC236}">
                <a16:creationId xmlns:a16="http://schemas.microsoft.com/office/drawing/2014/main" id="{87B7A8BC-2510-4593-B384-65B6CAE59F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2013" y="186246"/>
            <a:ext cx="1130087" cy="1130087"/>
          </a:xfrm>
          <a:prstGeom prst="rect">
            <a:avLst/>
          </a:prstGeom>
        </p:spPr>
      </p:pic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A06D4B98-7FBD-4771-9C71-AE026D670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3630" y="-1"/>
            <a:ext cx="1092260" cy="1479367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32D174-F8A9-4FF0-8888-1B4F5E184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070" y="621519"/>
            <a:ext cx="4032504" cy="2203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9201C5-687E-46FB-BA72-23BA40BFE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107" y="2848090"/>
            <a:ext cx="2339075" cy="34160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39141A8-FDFD-4ABE-A499-72C9669F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14143" y="991883"/>
            <a:ext cx="1371600" cy="2356777"/>
          </a:xfrm>
          <a:custGeom>
            <a:avLst/>
            <a:gdLst>
              <a:gd name="connsiteX0" fmla="*/ 0 w 1371600"/>
              <a:gd name="connsiteY0" fmla="*/ 0 h 2356777"/>
              <a:gd name="connsiteX1" fmla="*/ 0 w 1371600"/>
              <a:gd name="connsiteY1" fmla="*/ 1216152 h 2356777"/>
              <a:gd name="connsiteX2" fmla="*/ 4495 w 1371600"/>
              <a:gd name="connsiteY2" fmla="*/ 1216152 h 2356777"/>
              <a:gd name="connsiteX3" fmla="*/ 4495 w 1371600"/>
              <a:gd name="connsiteY3" fmla="*/ 2356777 h 2356777"/>
              <a:gd name="connsiteX4" fmla="*/ 1367105 w 1371600"/>
              <a:gd name="connsiteY4" fmla="*/ 2356777 h 2356777"/>
              <a:gd name="connsiteX5" fmla="*/ 1367105 w 1371600"/>
              <a:gd name="connsiteY5" fmla="*/ 1216152 h 2356777"/>
              <a:gd name="connsiteX6" fmla="*/ 1371600 w 1371600"/>
              <a:gd name="connsiteY6" fmla="*/ 1216152 h 2356777"/>
              <a:gd name="connsiteX7" fmla="*/ 1367105 w 1371600"/>
              <a:gd name="connsiteY7" fmla="*/ 1212166 h 2356777"/>
              <a:gd name="connsiteX8" fmla="*/ 1367105 w 1371600"/>
              <a:gd name="connsiteY8" fmla="*/ 1210176 h 2356777"/>
              <a:gd name="connsiteX9" fmla="*/ 1364860 w 1371600"/>
              <a:gd name="connsiteY9" fmla="*/ 1210176 h 235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71600" h="2356777">
                <a:moveTo>
                  <a:pt x="0" y="0"/>
                </a:moveTo>
                <a:lnTo>
                  <a:pt x="0" y="1216152"/>
                </a:lnTo>
                <a:lnTo>
                  <a:pt x="4495" y="1216152"/>
                </a:lnTo>
                <a:lnTo>
                  <a:pt x="4495" y="2356777"/>
                </a:lnTo>
                <a:lnTo>
                  <a:pt x="1367105" y="2356777"/>
                </a:lnTo>
                <a:lnTo>
                  <a:pt x="1367105" y="1216152"/>
                </a:lnTo>
                <a:lnTo>
                  <a:pt x="1371600" y="1216152"/>
                </a:lnTo>
                <a:lnTo>
                  <a:pt x="1367105" y="1212166"/>
                </a:lnTo>
                <a:lnTo>
                  <a:pt x="1367105" y="1210176"/>
                </a:lnTo>
                <a:lnTo>
                  <a:pt x="1364860" y="1210176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A439E11-755A-4258-859D-56A6B6AFC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78372" y="1485831"/>
            <a:ext cx="199093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Medicine">
            <a:extLst>
              <a:ext uri="{FF2B5EF4-FFF2-40B4-BE49-F238E27FC236}">
                <a16:creationId xmlns:a16="http://schemas.microsoft.com/office/drawing/2014/main" id="{11E0CFDC-91AB-40BF-B5FA-C9230CBA90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16115" y="1632106"/>
            <a:ext cx="1069397" cy="1069397"/>
          </a:xfrm>
          <a:prstGeom prst="rect">
            <a:avLst/>
          </a:prstGeom>
        </p:spPr>
      </p:pic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E916EF49-F958-4F28-A999-F8FA8D09A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06828" y="2437565"/>
            <a:ext cx="325600" cy="40663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48A1F467-C4A6-4CF9-A69F-2FD7EAD721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608" y="793531"/>
            <a:ext cx="2435508" cy="1881430"/>
          </a:xfrm>
          <a:prstGeom prst="rect">
            <a:avLst/>
          </a:prstGeom>
        </p:spPr>
      </p:pic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A7665D74-DFEA-412C-928C-F090E6708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583914" y="3243055"/>
            <a:ext cx="1881096" cy="1092260"/>
          </a:xfrm>
          <a:prstGeom prst="rtTriangl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84BD56-679D-4E0C-9C9B-D694ABF0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2567" y="2843319"/>
            <a:ext cx="3474720" cy="1883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335FEDF-EF88-4E68-9CF7-5A72EF32A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0435" y="1488222"/>
            <a:ext cx="1092260" cy="1364098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03DB71A4-74AA-406D-9553-61C0C6D23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1093" y="1481744"/>
            <a:ext cx="1557796" cy="1362456"/>
          </a:xfrm>
          <a:custGeom>
            <a:avLst/>
            <a:gdLst>
              <a:gd name="connsiteX0" fmla="*/ 0 w 1557796"/>
              <a:gd name="connsiteY0" fmla="*/ 0 h 1362456"/>
              <a:gd name="connsiteX1" fmla="*/ 1557796 w 1557796"/>
              <a:gd name="connsiteY1" fmla="*/ 0 h 1362456"/>
              <a:gd name="connsiteX2" fmla="*/ 1557796 w 1557796"/>
              <a:gd name="connsiteY2" fmla="*/ 1362456 h 1362456"/>
              <a:gd name="connsiteX3" fmla="*/ 1090945 w 1557796"/>
              <a:gd name="connsiteY3" fmla="*/ 1362456 h 136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7796" h="1362456">
                <a:moveTo>
                  <a:pt x="0" y="0"/>
                </a:moveTo>
                <a:lnTo>
                  <a:pt x="1557796" y="0"/>
                </a:lnTo>
                <a:lnTo>
                  <a:pt x="1557796" y="1362456"/>
                </a:lnTo>
                <a:lnTo>
                  <a:pt x="1090945" y="1362456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" name="Right Triangle 49">
            <a:extLst>
              <a:ext uri="{FF2B5EF4-FFF2-40B4-BE49-F238E27FC236}">
                <a16:creationId xmlns:a16="http://schemas.microsoft.com/office/drawing/2014/main" id="{DA9994C2-211B-4BF6-B6A0-D67471594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6352" y="1480102"/>
            <a:ext cx="1092260" cy="1364098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A picture containing goggles, light&#10;&#10;Description automatically generated">
            <a:extLst>
              <a:ext uri="{FF2B5EF4-FFF2-40B4-BE49-F238E27FC236}">
                <a16:creationId xmlns:a16="http://schemas.microsoft.com/office/drawing/2014/main" id="{3288B36D-38C0-4FF6-A29F-01789D04E2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47" y="3437915"/>
            <a:ext cx="2032216" cy="2289820"/>
          </a:xfrm>
          <a:prstGeom prst="rect">
            <a:avLst/>
          </a:prstGeom>
        </p:spPr>
      </p:pic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807626CC-0DE1-4285-AC5F-553A6EC089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674" y="2979485"/>
            <a:ext cx="1611332" cy="1611332"/>
          </a:xfrm>
          <a:prstGeom prst="rect">
            <a:avLst/>
          </a:prstGeom>
        </p:spPr>
      </p:pic>
      <p:sp>
        <p:nvSpPr>
          <p:cNvPr id="52" name="Right Triangle 51">
            <a:extLst>
              <a:ext uri="{FF2B5EF4-FFF2-40B4-BE49-F238E27FC236}">
                <a16:creationId xmlns:a16="http://schemas.microsoft.com/office/drawing/2014/main" id="{837A7BE2-DF08-4ECE-A520-13927DBF4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82961" y="4947446"/>
            <a:ext cx="1495517" cy="1117075"/>
          </a:xfrm>
          <a:prstGeom prst="rtTriangle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A0D452-6AB0-4EF2-B41D-F25A8FF30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5297" y="3153048"/>
            <a:ext cx="3706577" cy="30614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 dirty="0">
                <a:solidFill>
                  <a:srgbClr val="FFFF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Project title: DRUG INFOSYS</a:t>
            </a:r>
            <a:endParaRPr lang="en-US" sz="1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l"/>
            <a:endParaRPr lang="en-US" sz="1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l"/>
            <a:r>
              <a:rPr lang="en-US" sz="1800" dirty="0">
                <a:latin typeface="David" panose="020E0502060401010101" pitchFamily="34" charset="-79"/>
                <a:cs typeface="David" panose="020E0502060401010101" pitchFamily="34" charset="-79"/>
              </a:rPr>
              <a:t>Done by 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 err="1">
                <a:latin typeface="David" panose="020E0502060401010101" pitchFamily="34" charset="-79"/>
                <a:cs typeface="David" panose="020E0502060401010101" pitchFamily="34" charset="-79"/>
              </a:rPr>
              <a:t>Aminat</a:t>
            </a:r>
            <a:r>
              <a:rPr lang="en-US" sz="18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1800" dirty="0" err="1">
                <a:latin typeface="David" panose="020E0502060401010101" pitchFamily="34" charset="-79"/>
                <a:cs typeface="David" panose="020E0502060401010101" pitchFamily="34" charset="-79"/>
              </a:rPr>
              <a:t>Ajagbe</a:t>
            </a:r>
            <a:endParaRPr lang="en-US" sz="1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 err="1">
                <a:latin typeface="David" panose="020E0502060401010101" pitchFamily="34" charset="-79"/>
                <a:cs typeface="David" panose="020E0502060401010101" pitchFamily="34" charset="-79"/>
              </a:rPr>
              <a:t>Saikrishna</a:t>
            </a:r>
            <a:r>
              <a:rPr lang="en-US" sz="18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1800" dirty="0" err="1">
                <a:latin typeface="David" panose="020E0502060401010101" pitchFamily="34" charset="-79"/>
                <a:cs typeface="David" panose="020E0502060401010101" pitchFamily="34" charset="-79"/>
              </a:rPr>
              <a:t>Sattayya</a:t>
            </a:r>
            <a:r>
              <a:rPr lang="en-US" sz="1800" dirty="0">
                <a:latin typeface="David" panose="020E0502060401010101" pitchFamily="34" charset="-79"/>
                <a:cs typeface="David" panose="020E0502060401010101" pitchFamily="34" charset="-79"/>
              </a:rPr>
              <a:t> Dumpala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David" panose="020E0502060401010101" pitchFamily="34" charset="-79"/>
                <a:cs typeface="David" panose="020E0502060401010101" pitchFamily="34" charset="-79"/>
              </a:rPr>
              <a:t>Venkata </a:t>
            </a:r>
            <a:r>
              <a:rPr lang="en-US" sz="1800" dirty="0" err="1">
                <a:latin typeface="David" panose="020E0502060401010101" pitchFamily="34" charset="-79"/>
                <a:cs typeface="David" panose="020E0502060401010101" pitchFamily="34" charset="-79"/>
              </a:rPr>
              <a:t>Hanuma</a:t>
            </a:r>
            <a:r>
              <a:rPr lang="en-US" sz="1800" dirty="0">
                <a:latin typeface="David" panose="020E0502060401010101" pitchFamily="34" charset="-79"/>
                <a:cs typeface="David" panose="020E0502060401010101" pitchFamily="34" charset="-79"/>
              </a:rPr>
              <a:t> Sai Krishna </a:t>
            </a:r>
            <a:r>
              <a:rPr lang="en-US" sz="1800" dirty="0" err="1">
                <a:latin typeface="David" panose="020E0502060401010101" pitchFamily="34" charset="-79"/>
                <a:cs typeface="David" panose="020E0502060401010101" pitchFamily="34" charset="-79"/>
              </a:rPr>
              <a:t>Pothineni</a:t>
            </a:r>
            <a:endParaRPr lang="en-US" sz="1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12849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C15C-1201-4BFE-BF83-BD2587144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179" y="714375"/>
            <a:ext cx="3332955" cy="5076826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David" panose="020E0502060401010101" pitchFamily="34" charset="-79"/>
                <a:cs typeface="David" panose="020E0502060401010101" pitchFamily="34" charset="-79"/>
              </a:rPr>
              <a:t>DRUG INFOSYS</a:t>
            </a:r>
            <a:br>
              <a:rPr lang="en-IN" sz="4000" dirty="0"/>
            </a:br>
            <a:r>
              <a:rPr lang="en-IN" sz="4000" dirty="0"/>
              <a:t>Objective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5136A9-49F9-4DA0-A741-F065B0FA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3356" y="0"/>
            <a:ext cx="755864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12F6C7-0423-4B6F-AECE-710C8489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446539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7208205-03EE-4EC8-9C34-59270C188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336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3624B4A-7760-48FE-B77E-252C7CC72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046" y="714375"/>
            <a:ext cx="6253751" cy="5076825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/>
                </a:solidFill>
              </a:rPr>
              <a:t>The main objective behind our project is to store and manage information about medicines, user accounts. </a:t>
            </a:r>
          </a:p>
          <a:p>
            <a:r>
              <a:rPr lang="en-IN">
                <a:solidFill>
                  <a:schemeClr val="tx1"/>
                </a:solidFill>
              </a:rPr>
              <a:t>The project is built at administrative end level thus only the admins of the system have the rights to change / modify the data. </a:t>
            </a:r>
          </a:p>
          <a:p>
            <a:r>
              <a:rPr lang="en-IN">
                <a:solidFill>
                  <a:schemeClr val="tx1"/>
                </a:solidFill>
              </a:rPr>
              <a:t>The purpose of the project is to give users a handy system which will help /serve them access knowledge about medicinal drugs any time / on the go. </a:t>
            </a:r>
          </a:p>
          <a:p>
            <a:r>
              <a:rPr lang="en-IN">
                <a:solidFill>
                  <a:schemeClr val="tx1"/>
                </a:solidFill>
              </a:rPr>
              <a:t>The best part is the user does not need to have extra</a:t>
            </a:r>
          </a:p>
          <a:p>
            <a:r>
              <a:rPr lang="en-IN">
                <a:solidFill>
                  <a:schemeClr val="tx1"/>
                </a:solidFill>
              </a:rPr>
              <a:t>knowledge about the system on how to use it, it is a user friendly system.</a:t>
            </a:r>
          </a:p>
        </p:txBody>
      </p:sp>
    </p:spTree>
    <p:extLst>
      <p:ext uri="{BB962C8B-B14F-4D97-AF65-F5344CB8AC3E}">
        <p14:creationId xmlns:p14="http://schemas.microsoft.com/office/powerpoint/2010/main" val="3859729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4C3A1-466E-4EAB-B263-150461A2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en-US"/>
              <a:t>TECHNOLOGIES USED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38816B1E-E6F9-4060-8655-57F8C2E73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828939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049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AACFF-A670-468C-848F-1B4E2A5A2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869" y="643466"/>
            <a:ext cx="3143875" cy="5571065"/>
          </a:xfrm>
        </p:spPr>
        <p:txBody>
          <a:bodyPr anchor="ctr">
            <a:normAutofit/>
          </a:bodyPr>
          <a:lstStyle/>
          <a:p>
            <a:r>
              <a:rPr lang="en-US" sz="3600"/>
              <a:t>Overview of the project: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D0672142-94D6-400E-B188-309B101D8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2169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27259A-B804-4AD2-9BC6-66F7BB2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8066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B4E8A7-8505-4752-9B81-C739116C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150420" y="3429000"/>
            <a:ext cx="6858000" cy="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31FA50-31EC-4C1B-BCBC-FAA4489426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7006580"/>
              </p:ext>
            </p:extLst>
          </p:nvPr>
        </p:nvGraphicFramePr>
        <p:xfrm>
          <a:off x="643467" y="643467"/>
          <a:ext cx="6243992" cy="557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848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D22F-DAFA-4F11-B2B4-C9748DEF2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5868987" cy="649357"/>
          </a:xfrm>
        </p:spPr>
        <p:txBody>
          <a:bodyPr>
            <a:normAutofit/>
          </a:bodyPr>
          <a:lstStyle/>
          <a:p>
            <a:r>
              <a:rPr lang="en-IN" sz="2400" dirty="0"/>
              <a:t>ABOUT TECHNLOGIES USED.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A964F-A51B-4943-B0B9-57968F7D5D78}"/>
              </a:ext>
            </a:extLst>
          </p:cNvPr>
          <p:cNvSpPr txBox="1"/>
          <p:nvPr/>
        </p:nvSpPr>
        <p:spPr>
          <a:xfrm>
            <a:off x="940904" y="1258957"/>
            <a:ext cx="103101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Flask</a:t>
            </a:r>
            <a:r>
              <a:rPr lang="en-US" dirty="0"/>
              <a:t> :</a:t>
            </a:r>
          </a:p>
          <a:p>
            <a:r>
              <a:rPr lang="en-US" dirty="0"/>
              <a:t>Flask is a popular Python web framework, meaning it is a third-party Python library used for developing web applications.</a:t>
            </a:r>
            <a:endParaRPr lang="en-IN" dirty="0"/>
          </a:p>
          <a:p>
            <a:r>
              <a:rPr lang="en-US" dirty="0"/>
              <a:t>It provides the user with libraries, modules and tools to help build Web-Applications such as a blog or wiki</a:t>
            </a:r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DBE0E-D7EA-473D-9F01-51517B702510}"/>
              </a:ext>
            </a:extLst>
          </p:cNvPr>
          <p:cNvSpPr txBox="1"/>
          <p:nvPr/>
        </p:nvSpPr>
        <p:spPr>
          <a:xfrm>
            <a:off x="940904" y="4669805"/>
            <a:ext cx="40286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jQuery.</a:t>
            </a:r>
            <a:r>
              <a:rPr lang="en-US" dirty="0"/>
              <a:t>​</a:t>
            </a:r>
          </a:p>
          <a:p>
            <a:pPr fontAlgn="base"/>
            <a:r>
              <a:rPr lang="en-IN" dirty="0"/>
              <a:t>Save lots of time.</a:t>
            </a:r>
            <a:r>
              <a:rPr lang="en-US" dirty="0"/>
              <a:t>​</a:t>
            </a:r>
          </a:p>
          <a:p>
            <a:pPr fontAlgn="base"/>
            <a:r>
              <a:rPr lang="en-IN" dirty="0"/>
              <a:t>Compatible with browsers.</a:t>
            </a:r>
            <a:r>
              <a:rPr lang="en-US" dirty="0"/>
              <a:t>​</a:t>
            </a:r>
          </a:p>
          <a:p>
            <a:pPr fontAlgn="base"/>
            <a:r>
              <a:rPr lang="en-IN" dirty="0"/>
              <a:t>Simplify common JavaScript tasks.</a:t>
            </a:r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1C0F00-7915-42BF-BA34-0DE6611FCC2D}"/>
              </a:ext>
            </a:extLst>
          </p:cNvPr>
          <p:cNvSpPr txBox="1"/>
          <p:nvPr/>
        </p:nvSpPr>
        <p:spPr>
          <a:xfrm>
            <a:off x="940904" y="3013283"/>
            <a:ext cx="102041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Python.</a:t>
            </a:r>
          </a:p>
          <a:p>
            <a:pPr fontAlgn="base"/>
            <a:r>
              <a:rPr lang="en-IN" dirty="0"/>
              <a:t>Python is a high-level programming language designed to be easy to read and simple to implement.</a:t>
            </a:r>
          </a:p>
          <a:p>
            <a:pPr fontAlgn="base"/>
            <a:r>
              <a:rPr lang="en-IN" dirty="0"/>
              <a:t>Python is considered a scripting language, like Ruby or Perl and is often used for creating Web applications and dynamic Web content.</a:t>
            </a:r>
          </a:p>
        </p:txBody>
      </p:sp>
    </p:spTree>
    <p:extLst>
      <p:ext uri="{BB962C8B-B14F-4D97-AF65-F5344CB8AC3E}">
        <p14:creationId xmlns:p14="http://schemas.microsoft.com/office/powerpoint/2010/main" val="2960421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148F66-A5D8-4153-AE53-7DC57C1ABA0B}"/>
              </a:ext>
            </a:extLst>
          </p:cNvPr>
          <p:cNvSpPr txBox="1"/>
          <p:nvPr/>
        </p:nvSpPr>
        <p:spPr>
          <a:xfrm>
            <a:off x="377687" y="702366"/>
            <a:ext cx="114366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SQL: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SQL is a standardized query language for requesting information from a 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Using the SQL queries, the user can quickly and efficiently retrieve a large amount of records from a 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Business intelligence and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Using standard SQL it is easier to manage database systems without having to write substantial amount of code.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484A5-61D2-41E2-982C-793483C959BF}"/>
              </a:ext>
            </a:extLst>
          </p:cNvPr>
          <p:cNvSpPr txBox="1"/>
          <p:nvPr/>
        </p:nvSpPr>
        <p:spPr>
          <a:xfrm>
            <a:off x="377687" y="2949621"/>
            <a:ext cx="114366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HTML and CSS.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HTML or Hypertext </a:t>
            </a:r>
            <a:r>
              <a:rPr lang="en-IN" dirty="0" err="1"/>
              <a:t>Markup</a:t>
            </a:r>
            <a:r>
              <a:rPr lang="en-IN" dirty="0"/>
              <a:t> Language is a typical choice used for the development of websites, web pages and web based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Business stakeholders, project management and program developers prefer HTML over other alternative program development options due to the advantageous characteristics of HTML.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CSS</a:t>
            </a:r>
            <a:r>
              <a:rPr lang="en-IN" dirty="0"/>
              <a:t> handles the look and feel part of a web page. Using CSS, you can control the </a:t>
            </a:r>
            <a:r>
              <a:rPr lang="en-IN" dirty="0" err="1"/>
              <a:t>color</a:t>
            </a:r>
            <a:r>
              <a:rPr lang="en-IN" dirty="0"/>
              <a:t> of the text, the style of fonts, the spacing between paragraphs, how columns are sized and laid out,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CSS saves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Easy maintenance</a:t>
            </a:r>
            <a:r>
              <a:rPr lang="en-IN" dirty="0"/>
              <a:t> 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Global web standards.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Platform Independence.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1287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9510AD-27DB-490E-AE00-2CB062D97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378" y="609600"/>
            <a:ext cx="5868987" cy="649357"/>
          </a:xfrm>
        </p:spPr>
        <p:txBody>
          <a:bodyPr>
            <a:normAutofit/>
          </a:bodyPr>
          <a:lstStyle/>
          <a:p>
            <a:r>
              <a:rPr lang="en-IN" sz="2400" dirty="0"/>
              <a:t>Project Functionalities.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00CBD-B649-49FF-85A7-CCD92E7F6BCD}"/>
              </a:ext>
            </a:extLst>
          </p:cNvPr>
          <p:cNvSpPr txBox="1"/>
          <p:nvPr/>
        </p:nvSpPr>
        <p:spPr>
          <a:xfrm>
            <a:off x="940904" y="1258957"/>
            <a:ext cx="10310191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-Project provides a searching facility where a user can search through various medicines using Drug name ,Manufacturer name or can even search through symptoms.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US" dirty="0"/>
              <a:t>-Manages the information provided by pharma companies.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US" dirty="0"/>
              <a:t>-Displays the user’s queried medicine uses including side effects.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US" dirty="0"/>
              <a:t>-Manages user , admin information.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US" dirty="0"/>
              <a:t>-Editing, adding, updating and deleting of data made easier.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US" dirty="0"/>
              <a:t>-User friendly, easy to interact with the system.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1253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F88F-6129-4104-B29E-8A048CC6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281" y="2476500"/>
            <a:ext cx="3431450" cy="1905000"/>
          </a:xfrm>
        </p:spPr>
        <p:txBody>
          <a:bodyPr/>
          <a:lstStyle/>
          <a:p>
            <a:r>
              <a:rPr lang="en-IN" dirty="0"/>
              <a:t>Project Demo.</a:t>
            </a:r>
          </a:p>
        </p:txBody>
      </p:sp>
    </p:spTree>
    <p:extLst>
      <p:ext uri="{BB962C8B-B14F-4D97-AF65-F5344CB8AC3E}">
        <p14:creationId xmlns:p14="http://schemas.microsoft.com/office/powerpoint/2010/main" val="214280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9B1B36-7412-49B7-AE88-CCBA7CA11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280" y="2476500"/>
            <a:ext cx="3974789" cy="1905000"/>
          </a:xfrm>
        </p:spPr>
        <p:txBody>
          <a:bodyPr/>
          <a:lstStyle/>
          <a:p>
            <a:r>
              <a:rPr lang="en-IN" dirty="0"/>
              <a:t>Questions Please.</a:t>
            </a:r>
          </a:p>
        </p:txBody>
      </p:sp>
    </p:spTree>
    <p:extLst>
      <p:ext uri="{BB962C8B-B14F-4D97-AF65-F5344CB8AC3E}">
        <p14:creationId xmlns:p14="http://schemas.microsoft.com/office/powerpoint/2010/main" val="193500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A8EC1D33B3CD46A90D014B2E1B60B0" ma:contentTypeVersion="12" ma:contentTypeDescription="Create a new document." ma:contentTypeScope="" ma:versionID="1742f1ec5c0e21647dab71865a76cd7a">
  <xsd:schema xmlns:xsd="http://www.w3.org/2001/XMLSchema" xmlns:xs="http://www.w3.org/2001/XMLSchema" xmlns:p="http://schemas.microsoft.com/office/2006/metadata/properties" xmlns:ns3="d832afe2-3509-4cdd-ab32-c737f0fc7aff" xmlns:ns4="f522c300-428c-415f-9a19-3a78960b51ee" targetNamespace="http://schemas.microsoft.com/office/2006/metadata/properties" ma:root="true" ma:fieldsID="347412d95bde03b6b8da20217fd6b65b" ns3:_="" ns4:_="">
    <xsd:import namespace="d832afe2-3509-4cdd-ab32-c737f0fc7aff"/>
    <xsd:import namespace="f522c300-428c-415f-9a19-3a78960b51e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32afe2-3509-4cdd-ab32-c737f0fc7a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22c300-428c-415f-9a19-3a78960b51e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C40515B-B172-444E-B881-B36186B596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EA3EB4-9D71-4B4B-B525-7DB8963279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32afe2-3509-4cdd-ab32-c737f0fc7aff"/>
    <ds:schemaRef ds:uri="f522c300-428c-415f-9a19-3a78960b51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CC0395-12F1-4DBE-A46F-07C112B68B9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555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David</vt:lpstr>
      <vt:lpstr>Office Theme</vt:lpstr>
      <vt:lpstr>Mesh</vt:lpstr>
      <vt:lpstr>Module Code: B9IS123 Module Title:  Programming for Information Systems Lecturer: Paul Laird</vt:lpstr>
      <vt:lpstr>DRUG INFOSYS Objective </vt:lpstr>
      <vt:lpstr>TECHNOLOGIES USED</vt:lpstr>
      <vt:lpstr>Overview of the project:</vt:lpstr>
      <vt:lpstr>ABOUT TECHNLOGIES USED.</vt:lpstr>
      <vt:lpstr>PowerPoint Presentation</vt:lpstr>
      <vt:lpstr>Project Functionalities.</vt:lpstr>
      <vt:lpstr>Project Demo.</vt:lpstr>
      <vt:lpstr>Questions Please.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Code: B9IS123 Module Title:  Programming for Information Systems Lecturer: Paul Laird</dc:title>
  <dc:creator>krishna dumpala</dc:creator>
  <cp:lastModifiedBy>krishna dumpala</cp:lastModifiedBy>
  <cp:revision>7</cp:revision>
  <dcterms:created xsi:type="dcterms:W3CDTF">2020-04-17T08:10:16Z</dcterms:created>
  <dcterms:modified xsi:type="dcterms:W3CDTF">2020-04-17T09:19:31Z</dcterms:modified>
</cp:coreProperties>
</file>